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Value by ID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A9-455D-B802-8498A07325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7D2F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35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7D2F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5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 and introduce the project title. Mention your name, guide and department, then state that the talk covers the problem, design, implementation, testing and the planned AWS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 in one breath: Python and Flask generate CSV files, the dashboard previews and downloads them, and AWS is the planned hosting layer. Be explicit about what is already built versus what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CSV, Python automation, web apps and cloud in plain terms. Explain why a browser tool beats running scripts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pain points, then land on the need: a simple web-based tool that generates, previews and serves CSV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objectives left to right. Each one maps to a module that appears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approaches row by row. Keep claims qualitative: the dashboard automates and previews, but no speed figures are being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 from user to CSV download along the top two rows. The dashed AWS layer underneath is planned and should be relabelled once deployment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technology one sentence on its role. AWS is highlighted as planned rather than in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seven modules in the order a user meets them. File upload is deliberately excluded until it has been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numbered boxes. Point out that invalid input stops at step 2, before any file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app.py holds the Flask routes. The snippet is a simplified illustration: the csv module writes a header row then one row per record, and jsonify returns the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conceptual mockup, not a screenshot. Replace it with real screenshots of the finished dashboard if you have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generated row has four fields. The sample dates shown are valid ISO dates; the real file uses the date the row is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sends JSON to POST /api/generate and Flask answers with a message and the count. Stress that fetch URLs in the JavaScript must match the Flask routes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each test, then fill the Result column with Pass or Fail before the review. The expected results are what the application should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planned route, not a finished deployment. Update the banner once the app is live on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the current scope. Adjust this list to match what the project really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roadmap into three phases: storage, features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strengths of the project and the next step, which is deploying on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 Be ready to explain the API routes, the CSV workflow and the planned AWS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3291840" cy="32918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CSV File Using Python and Deploy in AWS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CSV Generation and Cloud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Python and Flask to generate CSV files on request. A browser-based dashboard accepts a record count, validates it, and calls Flask REST endpoints that write data.csv. The dashboard then shows the records in a table and chart and lets the user download the file. AWS is the planned hosting environment, with optional Amazon S3 storage.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routes, CSV generation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table and chart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66928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383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hosting (EC2 or Beanstalk)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Amazon S3 storage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tabular format used to exchange data between tools.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0" y="1371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language that automates data generation and file handling.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interface lets anyone trigger tasks without running scripts.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11887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on AWS can make the tool reachable beyond one machine.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61C5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browser-based generator? One dashboard replaces repeated manual file preparation: generate, preview and download in a single place.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298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repetitive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CSV files by hand is slow and error-prone for repeated work.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visualization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give no quick preview or chart of the data.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493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share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move by email or copy, with no single place to download.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0" y="1188720"/>
            <a:ext cx="2834640" cy="3154680"/>
          </a:xfrm>
          <a:prstGeom prst="roundRect">
            <a:avLst>
              <a:gd name="adj" fmla="val 3226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19202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web-based tool that generates, previews and serves CSV files from one dashboard.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4356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CSV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creates records on demand.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59836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2716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42716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91356" y="14356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42716" y="196596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browser interface.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62472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5352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4535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93992" y="14356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display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196596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generated records live.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1729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7033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file in one click.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59836" y="29260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42716" y="31089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42716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991356" y="31729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442716" y="37033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invalid record counts.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62472" y="29260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45352" y="31089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4535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93992" y="31729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workflow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245352" y="37033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deployment path.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CSV preparation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Flask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or edited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generated by a Python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spreadsheet tools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browser via a web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file separately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and chart on the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found after the 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checked before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 the work for each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routes, columns, cloud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1143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36292" y="150876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583180" y="1143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6332" y="1143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 browser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2272" y="150876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709160" y="1143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82312" y="1143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HTML/CSS/JS dashboard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8252" y="150876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35140" y="1143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8292" y="1143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Flask REST endpoints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286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" y="2286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Python CSV processing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36292" y="265176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583180" y="2286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56332" y="2286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CSV file storage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62272" y="265176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709160" y="228600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82312" y="2286000"/>
            <a:ext cx="1705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JSON response / CSV download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32918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0B1033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LAYER (PLANNED)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7490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" y="374904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hosting environment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044952" y="406908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291840" y="37490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64992" y="374904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Flask application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79592" y="406908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126480" y="37490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99632" y="374904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Amazon S3 storage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12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logic, CSV generation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39696" y="118872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76856" y="13258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7685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76856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76856" y="2212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and REST routes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22192" y="118872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59352" y="132588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59352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959352" y="2212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structure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04688" y="118872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41848" y="132588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418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41848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41848" y="2212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styling and layout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87184" y="118872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24344" y="1325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2434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24344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324344" y="2212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calls, UI updates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292608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data.csv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139696" y="292608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76856" y="30632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7685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276856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2276856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exchange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22192" y="292608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59352" y="30632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593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3959352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959352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editor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504688" y="292608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641848" y="30632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41848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64184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641848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187184" y="2926080"/>
            <a:ext cx="1499616" cy="1554480"/>
          </a:xfrm>
          <a:prstGeom prst="roundRect">
            <a:avLst>
              <a:gd name="adj" fmla="val 6098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7324344" y="306324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324344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324344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7324344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cloud hosting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Modules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interface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generation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6656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retrieval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chart view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56032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3063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7432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74320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66344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(planned)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76656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B1033"/>
          </a:solidFill>
          <a:ln w="12700">
            <a:solidFill>
              <a:srgbClr val="C7D2FE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6949440" y="3063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upload: listed only once verified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Generation Workflow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118872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enters record count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36292" y="16002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583180" y="118872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6332" y="118872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Frontend validates input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2272" y="16002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709160" y="118872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82312" y="118872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Flask receives request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8252" y="16002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35140" y="118872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8292" y="118872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 generates records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" y="242316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data.csv is written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36292" y="28346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583180" y="242316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56332" y="242316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JSON response returned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62272" y="28346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709160" y="2423160"/>
            <a:ext cx="1851660" cy="822960"/>
          </a:xfrm>
          <a:prstGeom prst="roundRect">
            <a:avLst>
              <a:gd name="adj" fmla="val 11111"/>
            </a:avLst>
          </a:prstGeom>
          <a:solidFill>
            <a:srgbClr val="161C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82312" y="2423160"/>
            <a:ext cx="17053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Dashboard refreshes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0B1033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fails: an error message is shown and no file is written.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(illustrative)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@app.route("/api/generate", methods=["POST"])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int(request.json["count"])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open("data.csv", "w", newline="")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 = csv.writer(f)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w.writerow(["ID", "Name", "Value", "Date"])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range(1, n + 1):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w.writerow([i, f"Sample {i}", i * 100, today])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jsonify(message=f"Generated {n} records", count=n)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 writes the header, then one row per record.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1887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0" y="13258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1325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dashboard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rows as JSON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2880360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/api/generate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data.csv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365760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/api/download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data.csv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070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20700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1207008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MOCKUP - NOT A SCREENSHOT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50876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B1033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94560" y="150876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9456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CSV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40480" y="150876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B1033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150876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B1033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0" y="15087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Chart 0"/>
          <p:cNvGraphicFramePr/>
          <p:nvPr/>
        </p:nvGraphicFramePr>
        <p:xfrm>
          <a:off x="4846320" y="201168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Structure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291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row number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0" y="3291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7432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the record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3291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4632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 shown in the chart</a:t>
            </a:r>
            <a:endParaRPr lang="en-US" sz="1300" dirty="0"/>
          </a:p>
        </p:txBody>
      </p:sp>
      <p:sp>
        <p:nvSpPr>
          <p:cNvPr id="3" name="Shape 10"/>
          <p:cNvSpPr/>
          <p:nvPr/>
        </p:nvSpPr>
        <p:spPr>
          <a:xfrm>
            <a:off x="6766560" y="3291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494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the row was generated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 - request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{"count": 5}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- response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"Generated 5 records",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"count":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reads data; POST sends the record count.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59836" y="288036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42716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42716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200 success, 400 invalid input, 500 server error.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62472" y="288036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45352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matching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fetch URLs must match Flask routes exactly.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GET 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renders with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=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data.csv with 5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Blank, 0 or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shown, no file 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rows match the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saves data.csv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calls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404 on any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7D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Result column after running the tests.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Approach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0B1033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- update status after deployment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8470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774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project code.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59836" y="16002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2716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42716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91356" y="18470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42716" y="23774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instance with a key pair.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62472" y="16002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45352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4535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18470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45352" y="23774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requirements.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4472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Gunicorn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9776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Nginx reverse proxy.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59836" y="32004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42716" y="33832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42716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991356" y="34472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442716" y="39776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allows HTTP.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62472" y="320040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45352" y="33832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45352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793992" y="344728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app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245352" y="39776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public IP or DNS name.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143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data.csv file, overwritten on each run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19656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91109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819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only; no custom schema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496312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496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or user accounts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172968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2644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1729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development server, not production-hardened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849624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9410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849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planned, not yet verified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26480" y="1143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18745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limits define a clear scope for the demo and a roadmap for growth.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Storage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for generated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database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59836" y="11887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2716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42716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42716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Features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42716" y="2514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and preview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columns and types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62472" y="11887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5352" y="1371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4535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Operations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2514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and CI/CD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generates records on demand.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59836" y="11887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2716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442716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 can use the dashboard.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62472" y="11887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161C54"/>
          </a:solidFill>
          <a:ln w="12700">
            <a:solidFill>
              <a:srgbClr val="3A47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5352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245352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routes, columns and cloud storage can be added.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161C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Flask turn CSV creation into a repeatable web workflow, with AWS deployment as the next step.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F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560320"/>
            <a:ext cx="4023360" cy="402336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39" y="756745"/>
            <a:ext cx="7418201" cy="2260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[DHIVYA U] | [44110947]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[ABDUL MAZEETH] | [44110925]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Py">
  <a:themeElements>
    <a:clrScheme name="CloudPy">
      <a:dk1>
        <a:srgbClr val="0B1033"/>
      </a:dk1>
      <a:lt1>
        <a:srgbClr val="FFFFFF"/>
      </a:lt1>
      <a:dk2>
        <a:srgbClr val="161C54"/>
      </a:dk2>
      <a:lt2>
        <a:srgbClr val="C7D2FE"/>
      </a:lt2>
      <a:accent1>
        <a:srgbClr val="22D3EE"/>
      </a:accent1>
      <a:accent2>
        <a:srgbClr val="7C3AED"/>
      </a:accent2>
      <a:accent3>
        <a:srgbClr val="3B82F6"/>
      </a:accent3>
      <a:accent4>
        <a:srgbClr val="A78BFA"/>
      </a:accent4>
      <a:accent5>
        <a:srgbClr val="EC4899"/>
      </a:accent5>
      <a:accent6>
        <a:srgbClr val="34D399"/>
      </a:accent6>
      <a:hlink>
        <a:srgbClr val="22D3EE"/>
      </a:hlink>
      <a:folHlink>
        <a:srgbClr val="A78BFA"/>
      </a:folHlink>
    </a:clrScheme>
    <a:fontScheme name="CloudP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1792</Words>
  <Application>Microsoft Office PowerPoint</Application>
  <PresentationFormat>On-screen Show (16:9)</PresentationFormat>
  <Paragraphs>376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CloudPy</vt:lpstr>
      <vt:lpstr>Publish CSV File Using Python and Deploy in AWS</vt:lpstr>
      <vt:lpstr>Abstract</vt:lpstr>
      <vt:lpstr>Introduction</vt:lpstr>
      <vt:lpstr>Problem Statement</vt:lpstr>
      <vt:lpstr>Project Objectives</vt:lpstr>
      <vt:lpstr>Existing vs Proposed System</vt:lpstr>
      <vt:lpstr>System Architecture</vt:lpstr>
      <vt:lpstr>Technology Stack</vt:lpstr>
      <vt:lpstr>Application Modules</vt:lpstr>
      <vt:lpstr>CSV Generation Workflow</vt:lpstr>
      <vt:lpstr>Backend Implementation</vt:lpstr>
      <vt:lpstr>Frontend Dashboard</vt:lpstr>
      <vt:lpstr>CSV Data Structure</vt:lpstr>
      <vt:lpstr>API Communication</vt:lpstr>
      <vt:lpstr>Testing and Validation</vt:lpstr>
      <vt:lpstr>AWS Deployment Approach</vt:lpstr>
      <vt:lpstr>Limitations</vt:lpstr>
      <vt:lpstr>Future Enhancements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Publish CSV File Using Python and Deploy in AWS</dc:title>
  <dc:subject>PptxGenJS Presentation</dc:subject>
  <dc:creator>PptxGenJS</dc:creator>
  <cp:lastModifiedBy>divya gowtham</cp:lastModifiedBy>
  <cp:revision>3</cp:revision>
  <dcterms:created xsi:type="dcterms:W3CDTF">2026-10-17T11:04:19Z</dcterms:created>
  <dcterms:modified xsi:type="dcterms:W3CDTF">2026-10-17T16:49:14Z</dcterms:modified>
</cp:coreProperties>
</file>